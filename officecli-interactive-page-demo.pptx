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06dc65bdf6a4f81" /><Relationship Type="http://schemas.openxmlformats.org/package/2006/relationships/metadata/core-properties" Target="/docProps/core.xml" Id="R8ddd3caa102f4842" /><Relationship Type="http://schemas.openxmlformats.org/officeDocument/2006/relationships/extended-properties" Target="/docProps/app.xml" Id="Rdeb6f06d5aa1436f" /><Relationship Type="http://schemas.openxmlformats.org/officeDocument/2006/relationships/custom-properties" Target="/docProps/custom.xml" Id="R0083bbdf411c464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fd29032836c34e07"/>
    <p:sldId id="257" r:id="R4a8b028db4864fc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d29032836c34e07" /><Relationship Type="http://schemas.openxmlformats.org/officeDocument/2006/relationships/slide" Target="/ppt/slides/slide2.xml" Id="R4a8b028db4864fc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fc7d82ec743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f738576a043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839a39eea4b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9e22383a174f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ba6e87c59495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f09e3badcda4b6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66ed6c0b946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1de76998544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OfficeCLI 交互页面演示</a:t>
            </a:r>
          </a:p>
        </p:txBody>
      </p:sp>
      <p:sp>
        <p:nvSpPr>
          <p:cNvPr id="100000" name="TextBox 2"/>
          <p:cNvSpPr txBox="1"/>
          <p:nvPr/>
        </p:nvSpPr>
        <p:spPr>
          <a:xfrm xmlns:a="http://schemas.openxmlformats.org/drawingml/2006/main">
            <a:off x="540000" y="1584000"/>
            <a:ext cx="7920000" cy="11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1F2937"/>
                </a:solidFill>
              </a:rPr>
              <a:t>生成一份说明 OfficeCLI 已接入智能体中心的演示文稿；包含安装状态、支持格式、交互生成流程和下一步计划。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执行要点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40000" y="1080000"/>
            <a:ext cx="792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生成一份说明 OfficeCLI 已接入智能体中心的演示文稿</a:t>
            </a:r>
          </a:p>
          <a:p xmlns:a="http://schemas.openxmlformats.org/drawingml/2006/main">
            <a:r>
              <a:rPr lang="en-US" sz="2000"/>
              <a:t>包含安装状态、支持格式、交互生成流程和下一步计划。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2026-07-08T22:08:38Z</dcterms:created>
  <cp:lastModifiedBy>OfficeCLI</cp:lastModifiedBy>
  <dcterms:modified xsi:type="dcterms:W3CDTF">2026-07-08T22:08:38Z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1.0.132</vt:lpwstr>
  </op:property>
  <op:property fmtid="{D5CDD505-2E9C-101B-9397-08002B2CF9AE}" pid="3" name="OfficeCLI.LastModified">
    <vt:lpwstr xmlns:vt="http://schemas.openxmlformats.org/officeDocument/2006/docPropsVTypes">2026-07-08T22:08:45Z</vt:lpwstr>
  </op:property>
</op:Properties>
</file>